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/>
    <a:lvl1pPr marL="0" indent="0">
      <a:defRPr sz="2000"/>
    </a:lvl1pPr>
    <a:lvl2pPr marL="457200" indent="0">
      <a:defRPr sz="1800"/>
    </a:lvl2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>
      <a:lvl1pPr algn="l">
        <a:defRPr sz="2800" b="1"/>
      </a:lvl1pPr>
    </p:titleStyle>
    <p:bodyStyle>
      <a:lvl1pPr marL="0" indent="0">
        <a:defRPr sz="2000"/>
      </a:lvl1pPr>
    </p:bodyStyle>
    <p:otherStyle>
      <a:def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Listojo Business Analysis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609600" y="1127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1600"/>
              <a:t>Product review, value assessment, risks, monetization, and go-to-market recommendations</a:t>
            </a:r>
            <a:endParaRPr lang="en-US" sz="1600"/>
          </a:p>
        </p:txBody>
      </p:sp>
      <p:sp>
        <p:nvSpPr>
          <p:cNvPr id="5" name="Body"/>
          <p:cNvSpPr txBox="1"/>
          <p:nvPr/>
        </p:nvSpPr>
        <p:spPr>
          <a:xfrm>
            <a:off x="731520" y="1737360"/>
            <a:ext cx="10668000" cy="46634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Prepared as a business analyst review of the current codebase and implemented features</a:t>
            </a:r>
            <a:endParaRPr lang="en-US" sz="1900"/>
          </a:p>
          <a:p>
            <a:pPr lvl="0">
              <a:buChar char="•"/>
            </a:pPr>
            <a:r>
              <a:rPr lang="en-US" sz="1900"/>
              <a:t>Focus: product quality, commercial potential, user value, key flaws, and revenue logic</a:t>
            </a:r>
            <a:endParaRPr lang="en-US" sz="1900"/>
          </a:p>
          <a:p>
            <a:pPr lvl="0">
              <a:buChar char="•"/>
            </a:pPr>
            <a:r>
              <a:rPr lang="en-US" sz="1900"/>
              <a:t>Conclusion: promising local marketplace MVP, but still pre-product-market-fit</a:t>
            </a:r>
            <a:endParaRPr lang="en-US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Executive Summary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Listojo is a real working marketplace MVP, not just a UI demo.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The strongest wedge is DFW rentals for small self-managed landlords and renters.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Core flows already exist: listing creation, search, favourites, inquiries, chat, and admin portal.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Best near-term use: validate one local market before broader expansion or monetization.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Main weakness: trust, liquidity, and monetization maturity lag behind the product story.</a:t>
            </a:r>
            <a:endParaRPr lang="en-US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Current Product Value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Useful for small landlords who want free exposure without large listing fees.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Useful for renters who want more guided discovery than Craigslist or Facebook Marketplace.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Guided search and matching logic create a stronger perceived intelligence layer than generic classifieds.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The admin portal adds operational value by showing supply, engagement, and review workflow visibility.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In a tightly managed pilot city, this product can create real user value today.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Overall Product Rating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Product concept: 7.5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User value for a controlled local launch: 6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Commercial readiness: 4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Operational readiness for scale: 3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Overall read: promising MVP with validation potential, but not yet scale-ready.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What Is Working Well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Clear local wedge market and easy-to-understand value proposition.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More substantial than a normal CRUD MVP because it includes chat, saved listings, and funnel tracking.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Guided search plus match explanations improve perceived sophistication.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Portal/dashboard suggests the founder is thinking operationally, not only visually.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DFW-first launch focus is strategically better than trying to launch broadly.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Top Business Risks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Marketplace liquidity risk: too few listings will make search feel empty very quickly.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Trust gap: the product promises a trusted experience, but moderation and verification are still early.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Positioning dilution: broad classifieds framing is weaker than the actual rentals-first strength.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Premature monetization risk: charging before clear landlord value is proven could choke supply.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Founder-heavy operations risk: quality control and onboarding may still rely too much on manual effort.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Key Product Flaws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The trust story appears stronger in strategy documents than in actual operating discipline.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Category positioning is broader than the practical user flow, which creates message confusion.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The flagship guided search experience is strong conceptually but still incomplete in business impact.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Core workflows for landlord follow-up and response speed need to be more reliable.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The product is polished enough to attract users, but not yet robust enough to keep both sides by default.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SWOT Analysis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Strengths: focused local wedge, real marketplace workflow, guided search, admin visibility.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Weaknesses: low scale readiness, incomplete trust layer, monetization not yet operationalized.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Opportunities: own the small-landlord niche, build verification, add paid boosts and landlord tools.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Threats: incumbents with inventory density, cold-start failure, early trust erosion, broad positioning.</a:t>
            </a:r>
            <a:endParaRPr lang="en-US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Product-Market Fit Scorecard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Problem clarity: 8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Target user definition: 7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Core product usefulness: 6.5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Differentiation: 7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Trust and quality readiness: 4.5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Liquidity readiness: 4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Monetization readiness: 4 / 10</a:t>
            </a:r>
            <a:endParaRPr lang="en-US" sz="1900"/>
          </a:p>
          <a:p>
            <a:pPr lvl="0">
              <a:buChar char="•"/>
            </a:pPr>
            <a:r>
              <a:rPr lang="en-US" sz="1900"/>
              <a:t>Overall PMF score: 5.4 / 10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Revenue Potential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There is real monetization potential, but not yet strong pricing power.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The most natural first lever is paid visibility: featured listings or listing boosts.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Next best revenue layers are verification, premium landlord tools, and screening partnerships.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The business should monetize trust, visibility, speed, and convenience, not basic participation.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Revenue should follow proof of landlord outcomes, not precede it.</a:t>
            </a:r>
            <a:endParaRPr lang="en-US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Recommended Pricing Roadmap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Stage 1: Keep core listing, inquiry, and messaging free to build supply.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Stage 2: Test paid boosts at simple weekly price points once landlords receive real inquiries.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Stage 3: Add premium landlord tools such as analytics, renewal controls, and performance insights.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Stage 4: Add verification, screening, and service-based monetization once trust and traffic improve.</a:t>
            </a: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Go-To-Market Recommendation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Position the product narrowly as a free DFW rental marketplace for small landlords and renters.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Use founder-led supply seeding and direct outreach before broader marketing.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Prioritize local channels: Facebook groups, Reddit, community networks, and landlord referrals.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Measure landlord success, not vanity traffic: inquiries, response speed, repeat listings, and conversations.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Do not market this as a broad Craigslist replacement until one wedge is clearly working.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Top 5 Immediate Recommendations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Narrow the product story to DFW rentals first.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Strengthen trust, moderation, and quality signals before adding more feature breadth.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Make guided search measurably improve outcomes, not just appearance.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Track landlord success metrics as the primary health signal.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Delay aggressive monetization until lead quality and repeat usage are visible.</a:t>
            </a:r>
            <a:endParaRPr lang="en-US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2A7EF2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n-US" sz="2600"/>
              <a:t>Final Assessment</a:t>
            </a:r>
            <a:endParaRPr lang="en-US" sz="2600"/>
          </a:p>
        </p:txBody>
      </p:sp>
      <p:sp>
        <p:nvSpPr>
          <p:cNvPr id="5" name="Body"/>
          <p:cNvSpPr txBox="1"/>
          <p:nvPr/>
        </p:nvSpPr>
        <p:spPr>
          <a:xfrm>
            <a:off x="731520" y="1270000"/>
            <a:ext cx="10668000" cy="5130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n-US" sz="1900"/>
              <a:t>This product is promising, not broken.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It is strong enough for a controlled local validation launch.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It is not yet mature enough for broad rollout or hard monetization.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If the team proves supply, trust, and repeat landlord value in one city, the business can become meaningful.</a:t>
            </a:r>
            <a:endParaRPr lang="en-US" sz="1900"/>
          </a:p>
          <a:p>
            <a:pPr lvl="0">
              <a:buChar char="•"/>
            </a:pPr>
            <a:r>
              <a:rPr lang="en-US" sz="1900"/>
              <a:t>If those signals do not appear, more features alone are unlikely to change the outcome.</a:t>
            </a:r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stojo Theme">
  <a:themeElements>
    <a:clrScheme name="Listojo Colors">
      <a:dk1>
        <a:srgbClr val="0F1C35"/>
      </a:dk1>
      <a:lt1>
        <a:srgbClr val="FFFFFF"/>
      </a:lt1>
      <a:dk2>
        <a:srgbClr val="1F2937"/>
      </a:dk2>
      <a:lt2>
        <a:srgbClr val="F8FAFC"/>
      </a:lt2>
      <a:accent1>
        <a:srgbClr val="2A7EF2"/>
      </a:accent1>
      <a:accent2>
        <a:srgbClr val="3DB549"/>
      </a:accent2>
      <a:accent3>
        <a:srgbClr val="F59E0B"/>
      </a:accent3>
      <a:accent4>
        <a:srgbClr val="62C2FF"/>
      </a:accent4>
      <a:accent5>
        <a:srgbClr val="E11D48"/>
      </a:accent5>
      <a:accent6>
        <a:srgbClr val="64748B"/>
      </a:accent6>
      <a:hlink>
        <a:srgbClr val="2563EB"/>
      </a:hlink>
      <a:folHlink>
        <a:srgbClr val="7C3AED"/>
      </a:folHlink>
    </a:clrScheme>
    <a:fontScheme name="Listojo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Listojo Format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Listojo Business Analysis Deck</dc:title>
  <dc:creator>OpenAI Codex</dc:creator>
  <cp:lastModifiedBy>OpenAI Codex</cp:lastModifiedBy>
  <dcterms:created xsi:type="dcterms:W3CDTF">2026-04-21T16:53:56Z</dcterms:created>
  <dcterms:modified xsi:type="dcterms:W3CDTF">2026-04-21T16:53:56Z</dcterms:modified>
</cp:coreProperties>
</file>